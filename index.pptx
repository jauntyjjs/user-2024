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09A8-DD80-3212-8449-8CBADA97F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69272-ADDE-7239-792B-882EB5718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D326-0B26-14A0-6F3A-DB252DB9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461A-AEB4-8398-82FD-9712AB17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B2599-86E2-FB64-CE52-0BA3AA33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154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A96F-C999-A1D0-0E5F-50C4C38A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F1F27-5C05-BD9A-CE3A-599CA7152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3B9C-18AB-1D29-0917-0CA34FEB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43FFF-D20A-E720-4C66-DFBFFA2D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9FD0-768C-E895-12B7-EFEA591E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614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72FC-C690-B410-E413-5CCE59AA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5879D-4AF1-555B-1478-16465D3C8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239CC-E8ED-ECC7-7E45-DAFC06D4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C977-1334-D9BF-149A-3606E55D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21ED-ABC9-6962-1C85-C9481695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757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10B4-5AAC-446D-081E-D5D05A50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30CD-5F2B-8901-880F-6494520CF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64147-4F77-03F5-BF03-B74ED2059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E55D7-C978-BE5E-0FA8-76BC604F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3772-BABB-C3A0-E06A-79DAEA3E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41173-6E16-159D-3373-34795E77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05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71DE-B41E-8DFD-A7CB-34C9FCB4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E3773-3305-5A32-1CEB-A5D86639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DD04B-BEA9-CAE7-F26C-41CD18718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23641-7835-838F-384F-A5FC4D5DF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66989-C910-B814-ABDF-CE03FD38F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1CA75-4A92-EFB9-5DD2-028FCC429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72264-3985-2339-3B70-17E8D999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31F57-539B-670C-39B9-1A07BB90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323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C1AE-1C02-BA78-1F3D-42CBF5AC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D9407-E529-CD9D-5E9F-A4D67985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4D11A-E1B5-A895-AD2F-BD00C26A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869DD-8A2B-3C16-22B5-9CA9254D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664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B2133-BF4B-5273-B888-3ED06F5E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7BCA9-3E58-0AB1-3E13-53FA7BF5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FE6D9-C643-5469-153A-F7325007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426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60D8-C2B9-6CC9-C4BB-C454A699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1ECA-204E-4313-3285-8D8532C32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F47E-251C-FC61-9E84-8833EBA3E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9CF9-982E-0DD3-ED5D-8B2ED138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76AB2-8152-F0E4-7349-D2709814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443F6-2339-E6FD-480C-526BBBA0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769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BA15-B94F-B0C5-B3F4-3EC7C183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B95033-0378-2C60-88C0-F4ACE5E73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84C99-6D5F-27D2-3E5A-D546789FE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3DED3-1CE1-4AC5-373F-C34FC0D2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8D18F-8ECE-1859-0567-D495DEFE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D6C6-6948-9010-C1EE-6F27C740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372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49F1-663A-7905-F71E-9B0AEBE8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6A7C1-9244-C324-DDD0-0BA760778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F3FF8-DE3A-1142-86BF-771B3253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FFBDD-28B4-BCBD-25F5-07FFA6AD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EC38C-0C96-306D-C8EE-E620A45E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559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91DC8-894C-E383-8776-1E81416DF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722EB-4F1C-8729-4110-A985D26E3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96F5E-57A9-1603-522B-61DB86B5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C5A17-3D5E-CE3E-D24D-9E237B38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8B5C-B4C5-411B-7313-5EA3E6AD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472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C3D98-94D3-BD3B-2DFE-D090676E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1910D-37FA-03E4-F3F3-C3B5ACE6D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6E5B-1A7A-1CD6-351E-FDFD2945F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D2F78-4B0D-4585-8988-4F5EBAFF9914}" type="datetimeFigureOut">
              <a:rPr lang="en-SG" smtClean="0"/>
              <a:t>4/7/2024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D58C0-CA48-25F2-E8ED-445DC1FA4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B3477-11F6-901F-12CE-5D1AC09D0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A84A5-1B08-4532-B421-1F92B32F5A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161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B735-B455-7485-4E77-9C44BCB13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106EC-83C0-64F1-158F-0E2CC572F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3292E-3711-E9E7-B4CC-35CD0D111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3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3CF5-FE7C-4626-436E-CD39067E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59CF-9E01-4A77-6333-A3996CAB0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BF1AD-A937-C77D-7CFB-1E816CD7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0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D07F-1F2E-C7D2-2348-D001452E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7EB0-1276-A44A-5277-905079058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40219-B554-9F75-C14E-7A4BF31B0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7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32B0-0C34-4BCE-CCB6-DA0B65BA5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665E-756E-7133-D521-EB7E6EF1C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38A91-0A9E-F065-126B-2CB5F7A3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5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9359-0D25-E9B5-9069-595961E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28CA-998A-6563-0B04-7B4EB89F1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91DA3-D73A-CA6F-5B68-45A6785DA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6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EB25-5939-6FF9-4774-71271EAD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A059B-3BCA-250D-33BB-A35580278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B232F-2663-61B4-55BC-61CFC147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0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2D52-3E46-DBBA-7B37-A1BC71B5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C301-B70B-DA8C-8F49-F17D4142F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C16A6-1256-B1A2-3F7B-EF94ECF30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3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094F-6D30-1251-BA35-F1C5C4B2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2EAC-FE5F-3C5F-0B38-CAE87DB8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68190-DAFA-1BA8-FC4A-1A97921C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9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B11D-2DFC-8EC3-DE87-2B42AB66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9FF9-195E-5970-13D0-78A844F7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DEB1E-81FC-7965-6344-7A1C8B364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6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9A1A-39B0-2678-CD3E-5F6E8D45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C6AF-B2B7-7FB2-8E5E-CCBF329FD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7609C-CD0D-1B33-5A7D-CB8BA83B0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1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B15B-28C6-15EC-0B71-F9664D44B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2E272-E2B4-D360-2361-A1521D6B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9FA1A-FA27-3BA4-E252-03EB4377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0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336E-3E1F-0B3B-29CB-D61F661B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BBE8-36AB-BC51-EFD3-5E527121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0E3FB-B4EE-51BF-3458-6F4DFADC3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55C3-AC77-EC53-EF95-7A3AF703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6D11-B4E7-2212-9C65-AEDAB972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61EA2-B7E3-C8D5-9652-23895C18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6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6130-067C-8B4B-3870-B9E0FF92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BB65-A99B-AF5F-A0E2-30FDA3387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2D308-2C29-8040-FC8B-4AA706A4A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26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503F-6E76-A563-4E6B-C2842D88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9BBD-BA32-DF7B-188D-340F9FCBC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6E8B0-75C3-5123-975B-1A9FDE643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3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F5C8-192F-B964-F911-81D9ED61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311B-9C4C-F788-B0F4-486C01603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C751D-7DFC-2FF8-DDB2-B2D84F3D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54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93FE-F615-AC78-3D99-6BB9208E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EDED-7E1C-035F-665D-5ABF690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894FB-1892-914D-66D7-AF9970026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96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67C1-132A-DA03-0E60-C130C06B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473E3-AACF-5DD7-3F10-11C728C5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72E10-B547-9A48-36F9-52BCCBFE0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5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1285-D7FA-01B4-A8FE-CBB70E69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2CD1B-93D7-22F8-9A87-2D4B7EE0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4B3B2-FB8C-F44D-A926-E6B4FC261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65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AB7A-16B3-36FB-B1AA-7D85401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B57D2-15FA-0682-6181-B32C05C6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CA60E-2254-8130-401C-ED375C4BD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84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E131-C5A7-8AE2-2539-C6EC3AEA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703F6-3A2E-2DE8-ABE1-0657483E7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5B484-E442-8255-5149-762989D9B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61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500B-4236-80D4-686B-EFCFEA8D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A4C1C-0A3F-78DD-5EB7-61ACFA8C2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5A96F-D8B1-1B38-70A7-A8CCBAA0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91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079F-0697-9F3F-CEE1-E162DAB6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9B7F-320A-6A52-7692-90D1699B7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9A2B3-B4E8-E4F1-ACC9-2AFA05368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56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F5BB-F000-E6FA-E87D-DDCA2737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564D1-F863-DF2B-886B-BC5534C8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8CA3F-34C5-6A7B-2E73-E74BB6C1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36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B500-CA7E-526B-C5E7-1851CB7B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327A-A24F-0777-05B8-0E49541DB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86596-8339-27E9-5C5D-B530A73E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5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0B94-80EA-270F-E065-BC2D89C4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A374-1204-588D-6F53-86BA8C75E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B3E6A-C35A-2BAD-900B-AC34AAD1D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43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13B0-9A9B-7C1A-839D-58FC7D31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7AEF3-E70B-4874-3BD5-F38144A36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C5DA6-0E59-5256-8DEA-15D163F95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11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0AE3-7073-63B1-BA68-243CDFD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83F36-7B57-C0BD-FEC1-EB38FA3E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37102-B733-DE3A-D61F-A6293F1F5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15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B15F-138E-1BBA-A8D1-D7E64F4E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E754-7FEC-3ED5-D2DD-63A8AB0C4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405CE-EDB6-F4FF-2B3C-759D18D0C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29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EA18-CB4E-89AA-8627-43E5C459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1B052-707F-0587-EF9C-BD166F84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D54BD-1F23-9647-8866-8FB2E9A82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76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A332-56A4-5B93-8AEF-4A03FA8B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9AF59-3097-9DD3-E47E-9F46A45AD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D4A7-AC9F-B594-2E30-06DD0A237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70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328F-AC09-348C-B68E-EC7F38F7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75485-99F6-3734-B131-EE3D576FE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4017E-5B30-A15A-FA2E-BD52775BE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17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3538D-7983-BA0B-111F-2F37A0C1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532C4-0374-D4D7-2088-A8B717A51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20D7A-5CF8-FC5D-2559-B27EBCA1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18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02C4-8B5F-2859-8923-79530BD8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20AAB-D12C-B91C-0F94-420AB85C8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1CBB6-8EBF-A81A-BD7B-345AA0BC7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53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5D9B-EF81-C012-34AB-937D0F46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4BB9-16B5-9EBF-7C25-F8FDBA4B3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2F524-E826-5A9E-ED62-A0BB4C18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32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3833-2C9C-84E6-BED8-35824B72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F89F-3550-B852-EE18-CAF85A81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1371C-47BF-1910-8A1F-12EB4669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05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8CAE-AE43-857D-571C-11C44E56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C9D35-43B4-592A-7CB5-D1D44B4DE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4777A-18F4-2DB6-D566-7443DB4C8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98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E15D-B774-7CA7-43D6-DC3B6C2C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95A4-AC83-298A-D779-378C216D2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B7368-B4B9-4FDF-8077-827CFF2BC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35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260-FAB4-0794-ECBE-90E51D9D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ED37-848E-D004-429B-9971C1FD1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0A251-C8BA-972D-5047-249C359E1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9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EE3C-F326-65D8-5947-B24FF8E4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A3D28-F169-6DA9-C324-BB74DED00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013F7-BC66-486C-CFDE-CE5F740B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77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CC56-72EA-F614-B62A-5BE7A795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3648-B7FB-A229-804D-7E099B38B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37F2-8CC4-B8CB-411B-B18471DDE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17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22C9-F49C-1B7B-7609-4D757AB9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98D-5851-E18E-1B18-5B24677A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6D4E5-82A9-18B7-01BF-38DE0D04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1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5050-B9DD-1C04-2837-69E40E39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C281B-CD98-F11B-455E-2725C0E2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CEB42-41E4-3269-EE13-ECE53C98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49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5050-B9DD-1C04-2837-69E40E39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C281B-CD98-F11B-455E-2725C0E2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248EF-AEF1-9481-16AC-E5D16A3E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02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5954-0B4D-01AD-485F-08A82C3A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2A557-F00A-4C04-812C-EA1EA96F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1C9EA-7351-139A-1DCC-9A152E22C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76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2F7F-E8FD-4D3F-5276-959B398D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EF6A-C74B-0EFE-1E4A-934C9F93C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2BE78-7810-F7F5-ADDC-FF8FEFAA6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59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B2F1-86CE-1E21-FBF2-E38EB608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4101-3F4F-50E4-13B3-8D550E04A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2FDF4-2CC6-401D-68C7-9D86AB9D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86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A2F9-9DFD-0621-77DC-0D68BFC6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0B8CF-13EA-D850-FA14-94C53A007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E749F-FAC5-4770-484E-2EB24BA1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745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556B-36BE-5037-1521-C84D6C2F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3074-AD8D-51CB-39F6-A68AB75E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055F9-8471-158B-E18E-FE0F2630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63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AC99-42BA-F4E2-D13B-2AF77736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0BF6A-5654-B20D-6522-677C9884F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0D1F6-36AB-1395-AE83-755C6BB2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753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11DF-D2C6-D799-E50F-2F0E7EBD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2619-FA98-14C7-A59E-F5E40F8F7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AA77C-6401-3BD3-4181-327E5ACA2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13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197-36EB-AA88-BF9F-87E4151A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C48DE-188D-60D2-BF89-C4653D0A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5867A-97C7-80E9-F5AB-BB1D9C11C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60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</dc:creator>
  <cp:lastModifiedBy>Jeremy</cp:lastModifiedBy>
  <cp:revision>37</cp:revision>
  <dcterms:created xsi:type="dcterms:W3CDTF">2024-07-04T04:34:21Z</dcterms:created>
  <dcterms:modified xsi:type="dcterms:W3CDTF">2024-07-04T05:02:29Z</dcterms:modified>
</cp:coreProperties>
</file>